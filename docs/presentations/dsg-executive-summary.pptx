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1A2E"/>
                </a:solidFill>
              </a:defRPr>
            </a:pPr>
            <a:r>
              <a:t>Directory Sync Gateway (DSG)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555555"/>
                </a:solidFill>
              </a:defRPr>
            </a:pPr>
            <a:r>
              <a:t>AI-Native Development Exercise — Executive Summary</a:t>
            </a:r>
            <a:br/>
            <a:r>
              <a:t>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What We Set Out to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55555"/>
                </a:solidFill>
              </a:defRPr>
            </a:pPr>
            <a:r>
              <a:t>Directory Integration 2.0 — sync users from cloud IDPs (Okta, Azure AD, Google) into RingCentral</a:t>
            </a:r>
          </a:p>
          <a:p>
            <a:pPr>
              <a:spcAft>
                <a:spcPts val="1200"/>
              </a:spcAft>
              <a:defRPr sz="2000">
                <a:solidFill>
                  <a:srgbClr val="555555"/>
                </a:solidFill>
              </a:defRPr>
            </a:pPr>
            <a:r>
              <a:t>Replace legacy directory sync with a modern, configurable gateway (DSG)</a:t>
            </a:r>
          </a:p>
          <a:p>
            <a:pPr>
              <a:spcAft>
                <a:spcPts val="1200"/>
              </a:spcAft>
              <a:defRPr sz="2000">
                <a:solidFill>
                  <a:srgbClr val="555555"/>
                </a:solidFill>
              </a:defRPr>
            </a:pPr>
            <a:r>
              <a:t>Phase 1 scope: scheduled/on-demand sync, provisioning rules, attribute mapping, admin UI</a:t>
            </a:r>
          </a:p>
          <a:p>
            <a:pPr>
              <a:spcAft>
                <a:spcPts val="1200"/>
              </a:spcAft>
              <a:defRPr sz="2000">
                <a:solidFill>
                  <a:srgbClr val="555555"/>
                </a:solidFill>
              </a:defRPr>
            </a:pPr>
            <a:r>
              <a:t>Target stack: React + TypeScript + Tailwind · Java Spring Boot · MySQL · ElasticMQ/SQS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Phase 1: Planning &amp; Design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55555"/>
                </a:solidFill>
              </a:defRPr>
            </a:pPr>
            <a:r>
              <a:t>Translated PRD and architectural wiki into local, implementation-ready documentation</a:t>
            </a:r>
          </a:p>
          <a:p>
            <a:pPr>
              <a:spcAft>
                <a:spcPts val="1200"/>
              </a:spcAft>
              <a:defRPr sz="2000">
                <a:solidFill>
                  <a:srgbClr val="555555"/>
                </a:solidFill>
              </a:defRPr>
            </a:pPr>
            <a:r>
              <a:t>Ran wiki validation workshop — reconciled ~70% P0 coverage with design gaps</a:t>
            </a:r>
          </a:p>
          <a:p>
            <a:pPr>
              <a:spcAft>
                <a:spcPts val="1200"/>
              </a:spcAft>
              <a:defRPr sz="2000">
                <a:solidFill>
                  <a:srgbClr val="555555"/>
                </a:solidFill>
              </a:defRPr>
            </a:pPr>
            <a:r>
              <a:t>Closed 6 critical gaps via Architecture Decision Records (ADRs 001–010)</a:t>
            </a:r>
          </a:p>
          <a:p>
            <a:pPr>
              <a:spcAft>
                <a:spcPts val="1200"/>
              </a:spcAft>
              <a:defRPr sz="2000">
                <a:solidFill>
                  <a:srgbClr val="555555"/>
                </a:solidFill>
              </a:defRPr>
            </a:pPr>
            <a:r>
              <a:t>Defined implementation gate checklist before writing feature code</a:t>
            </a:r>
          </a:p>
          <a:p>
            <a:pPr>
              <a:spcAft>
                <a:spcPts val="1200"/>
              </a:spcAft>
              <a:defRPr sz="2000">
                <a:solidFill>
                  <a:srgbClr val="555555"/>
                </a:solidFill>
              </a:defRPr>
            </a:pPr>
            <a:r>
              <a:t>Key decisions: ElasticMQ local / SQS prod · Directory SDKs (not SCIM) · DSB OAuth (ETM deferred)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Gap Resolution — Key Phase 1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55555"/>
                </a:solidFill>
              </a:defRPr>
            </a:pPr>
            <a:r>
              <a:t>Trigger types: Provision rules + implicit update via attribute hash compare + deprovision policy</a:t>
            </a:r>
          </a:p>
          <a:p>
            <a:pPr>
              <a:spcAft>
                <a:spcPts val="1200"/>
              </a:spcAft>
              <a:defRPr sz="2000">
                <a:solidFill>
                  <a:srgbClr val="555555"/>
                </a:solidFill>
              </a:defRPr>
            </a:pPr>
            <a:r>
              <a:t>Sync reporting: Job report API in Phase 1; email notifications deferred</a:t>
            </a:r>
          </a:p>
          <a:p>
            <a:pPr>
              <a:spcAft>
                <a:spcPts val="1200"/>
              </a:spcAft>
              <a:defRPr sz="2000">
                <a:solidFill>
                  <a:srgbClr val="555555"/>
                </a:solidFill>
              </a:defRPr>
            </a:pPr>
            <a:r>
              <a:t>Number assignment: Inventory-only — no auto-purchase</a:t>
            </a:r>
          </a:p>
          <a:p>
            <a:pPr>
              <a:spcAft>
                <a:spcPts val="1200"/>
              </a:spcAft>
              <a:defRPr sz="2000">
                <a:solidFill>
                  <a:srgbClr val="555555"/>
                </a:solidFill>
              </a:defRPr>
            </a:pPr>
            <a:r>
              <a:t>Directory auth: Account-level OAuth credentials in DSB with AES-256 encrypted secrets</a:t>
            </a:r>
          </a:p>
          <a:p>
            <a:pPr>
              <a:spcAft>
                <a:spcPts val="1200"/>
              </a:spcAft>
              <a:defRPr sz="2000">
                <a:solidFill>
                  <a:srgbClr val="555555"/>
                </a:solidFill>
              </a:defRPr>
            </a:pPr>
            <a:r>
              <a:t>RC provisioning: Extensions API contract documented with stub/live migration path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Phase 2: Foundation &amp; Backend (Epics 1–3)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55555"/>
                </a:solidFill>
              </a:defRPr>
            </a:pPr>
            <a:r>
              <a:t>Maven multi-module skeleton: dsg-api, dsg-worker, dsg-domain, dsg-messaging, dsg-persistence</a:t>
            </a:r>
          </a:p>
          <a:p>
            <a:pPr>
              <a:spcAft>
                <a:spcPts val="1200"/>
              </a:spcAft>
              <a:defRPr sz="2000">
                <a:solidFill>
                  <a:srgbClr val="555555"/>
                </a:solidFill>
              </a:defRPr>
            </a:pPr>
            <a:r>
              <a:t>Flyway migrations — 29 DSB schema tables + auth extensions</a:t>
            </a:r>
          </a:p>
          <a:p>
            <a:pPr>
              <a:spcAft>
                <a:spcPts val="1200"/>
              </a:spcAft>
              <a:defRPr sz="2000">
                <a:solidFill>
                  <a:srgbClr val="555555"/>
                </a:solidFill>
              </a:defRPr>
            </a:pPr>
            <a:r>
              <a:t>Admin API: directory CRUD, OAuth config, attribute mapping, provisioning rules, job trigger</a:t>
            </a:r>
          </a:p>
          <a:p>
            <a:pPr>
              <a:spcAft>
                <a:spcPts val="1200"/>
              </a:spcAft>
              <a:defRPr sz="2000">
                <a:solidFill>
                  <a:srgbClr val="555555"/>
                </a:solidFill>
              </a:defRPr>
            </a:pPr>
            <a:r>
              <a:t>Job Manager: create job → enqueue → per-account mutex (409 on concurrent jobs)</a:t>
            </a:r>
          </a:p>
          <a:p>
            <a:pPr>
              <a:spcAft>
                <a:spcPts val="1200"/>
              </a:spcAft>
              <a:defRPr sz="2000">
                <a:solidFill>
                  <a:srgbClr val="555555"/>
                </a:solidFill>
              </a:defRPr>
            </a:pPr>
            <a:r>
              <a:t>SPIKE-4 POC: MessageQueuePort + ElasticMQ verified locally (docker compose)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Phase 3: Sync Runtime (Epics 4–6)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55555"/>
                </a:solidFill>
              </a:defRPr>
            </a:pPr>
            <a:r>
              <a:t>Sync worker pipeline running in-process with Admin API (single Spring Boot process)</a:t>
            </a:r>
          </a:p>
          <a:p>
            <a:pPr>
              <a:spcAft>
                <a:spcPts val="1200"/>
              </a:spcAft>
              <a:defRPr sz="2000">
                <a:solidFill>
                  <a:srgbClr val="555555"/>
                </a:solidFill>
              </a:defRPr>
            </a:pPr>
            <a:r>
              <a:t>Stub directory and RC provisioning ports — no live IDP/RC calls yet</a:t>
            </a:r>
          </a:p>
          <a:p>
            <a:pPr>
              <a:spcAft>
                <a:spcPts val="1200"/>
              </a:spcAft>
              <a:defRPr sz="2000">
                <a:solidFill>
                  <a:srgbClr val="555555"/>
                </a:solidFill>
              </a:defRPr>
            </a:pPr>
            <a:r>
              <a:t>Rules engine: selection_expression evaluator, rule-based attribute mapping on CREATE</a:t>
            </a:r>
          </a:p>
          <a:p>
            <a:pPr>
              <a:spcAft>
                <a:spcPts val="1200"/>
              </a:spcAft>
              <a:defRPr sz="2000">
                <a:solidFill>
                  <a:srgbClr val="555555"/>
                </a:solidFill>
              </a:defRPr>
            </a:pPr>
            <a:r>
              <a:t>Job reporting API: success/fail counts, failure list, sync history endpoints</a:t>
            </a:r>
          </a:p>
          <a:p>
            <a:pPr>
              <a:spcAft>
                <a:spcPts val="1200"/>
              </a:spcAft>
              <a:defRPr sz="2000">
                <a:solidFill>
                  <a:srgbClr val="555555"/>
                </a:solidFill>
              </a:defRPr>
            </a:pPr>
            <a:r>
              <a:t>Deprovisioning policy management API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Phase 4: Admin UI &amp; Live Integrations (Epic 7+)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55555"/>
                </a:solidFill>
              </a:defRPr>
            </a:pPr>
            <a:r>
              <a:t>React admin UI aligned to UX mockups — dashboard, rules, directory configuration</a:t>
            </a:r>
          </a:p>
          <a:p>
            <a:pPr>
              <a:spcAft>
                <a:spcPts val="1200"/>
              </a:spcAft>
              <a:defRPr sz="2000">
                <a:solidFill>
                  <a:srgbClr val="555555"/>
                </a:solidFill>
              </a:defRPr>
            </a:pPr>
            <a:r>
              <a:t>RingCentral 3-legged OAuth — local dev via https://dirsync.ringcentral.com</a:t>
            </a:r>
          </a:p>
          <a:p>
            <a:pPr>
              <a:spcAft>
                <a:spcPts val="1200"/>
              </a:spcAft>
              <a:defRPr sz="2000">
                <a:solidFill>
                  <a:srgbClr val="555555"/>
                </a:solidFill>
              </a:defRPr>
            </a:pPr>
            <a:r>
              <a:t>Directory IDP OAuth: Okta/Azure/Google connect flow with encrypted credential storage</a:t>
            </a:r>
          </a:p>
          <a:p>
            <a:pPr>
              <a:spcAft>
                <a:spcPts val="1200"/>
              </a:spcAft>
              <a:defRPr sz="2000">
                <a:solidFill>
                  <a:srgbClr val="555555"/>
                </a:solidFill>
              </a:defRPr>
            </a:pPr>
            <a:r>
              <a:t>Directory group search &amp; selection — scoped provisioning group per account</a:t>
            </a:r>
          </a:p>
          <a:p>
            <a:pPr>
              <a:spcAft>
                <a:spcPts val="1200"/>
              </a:spcAft>
              <a:defRPr sz="2000">
                <a:solidFill>
                  <a:srgbClr val="555555"/>
                </a:solidFill>
              </a:defRPr>
            </a:pPr>
            <a:r>
              <a:t>Attribute mapping UI with defaults catalog + account-level overrides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Current State — What's Working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66CC"/>
                </a:solidFill>
              </a:defRPr>
            </a:pPr>
            <a:r>
              <a:t>Delivered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0292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555555"/>
                </a:solidFill>
              </a:defRPr>
            </a:pPr>
            <a:r>
              <a:t>• Full local dev environment (MySQL + ElasticMQ + backend + UI)</a:t>
            </a:r>
          </a:p>
          <a:p>
            <a:pPr>
              <a:spcAft>
                <a:spcPts val="800"/>
              </a:spcAft>
              <a:defRPr sz="1800">
                <a:solidFill>
                  <a:srgbClr val="555555"/>
                </a:solidFill>
              </a:defRPr>
            </a:pPr>
            <a:r>
              <a:t>• 15+ merged PRs across 7 epics</a:t>
            </a:r>
          </a:p>
          <a:p>
            <a:pPr>
              <a:spcAft>
                <a:spcPts val="800"/>
              </a:spcAft>
              <a:defRPr sz="1800">
                <a:solidFill>
                  <a:srgbClr val="555555"/>
                </a:solidFill>
              </a:defRPr>
            </a:pPr>
            <a:r>
              <a:t>• OpenAPI v0.1 + 10 ADRs + ERD</a:t>
            </a:r>
          </a:p>
          <a:p>
            <a:pPr>
              <a:spcAft>
                <a:spcPts val="800"/>
              </a:spcAft>
              <a:defRPr sz="1800">
                <a:solidFill>
                  <a:srgbClr val="555555"/>
                </a:solidFill>
              </a:defRPr>
            </a:pPr>
            <a:r>
              <a:t>• RC OAuth login + session resolution</a:t>
            </a:r>
          </a:p>
          <a:p>
            <a:pPr>
              <a:spcAft>
                <a:spcPts val="800"/>
              </a:spcAft>
              <a:defRPr sz="1800">
                <a:solidFill>
                  <a:srgbClr val="555555"/>
                </a:solidFill>
              </a:defRPr>
            </a:pPr>
            <a:r>
              <a:t>• Directory OAuth connect/disconnect</a:t>
            </a:r>
          </a:p>
          <a:p>
            <a:pPr>
              <a:spcAft>
                <a:spcPts val="800"/>
              </a:spcAft>
              <a:defRPr sz="1800">
                <a:solidFill>
                  <a:srgbClr val="555555"/>
                </a:solidFill>
              </a:defRPr>
            </a:pPr>
            <a:r>
              <a:t>• Attribute mapping API + UI</a:t>
            </a:r>
          </a:p>
          <a:p>
            <a:pPr>
              <a:spcAft>
                <a:spcPts val="800"/>
              </a:spcAft>
              <a:defRPr sz="1800">
                <a:solidFill>
                  <a:srgbClr val="555555"/>
                </a:solidFill>
              </a:defRPr>
            </a:pPr>
            <a:r>
              <a:t>• Provisioning rules CRUD + caching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28016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66CC"/>
                </a:solidFill>
              </a:defRPr>
            </a:pPr>
            <a:r>
              <a:t>In Progress / Next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828800"/>
            <a:ext cx="50292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555555"/>
                </a:solidFill>
              </a:defRPr>
            </a:pPr>
            <a:r>
              <a:t>• RC Extensions API — bulk assign integration</a:t>
            </a:r>
          </a:p>
          <a:p>
            <a:pPr>
              <a:spcAft>
                <a:spcPts val="800"/>
              </a:spcAft>
              <a:defRPr sz="1800">
                <a:solidFill>
                  <a:srgbClr val="555555"/>
                </a:solidFill>
              </a:defRPr>
            </a:pPr>
            <a:r>
              <a:t>• Live directory adapters (Okta, Azure, Google)</a:t>
            </a:r>
          </a:p>
          <a:p>
            <a:pPr>
              <a:spcAft>
                <a:spcPts val="800"/>
              </a:spcAft>
              <a:defRPr sz="1800">
                <a:solidFill>
                  <a:srgbClr val="555555"/>
                </a:solidFill>
              </a:defRPr>
            </a:pPr>
            <a:r>
              <a:t>• End-to-end sync with real IDP + RC</a:t>
            </a:r>
          </a:p>
          <a:p>
            <a:pPr>
              <a:spcAft>
                <a:spcPts val="800"/>
              </a:spcAft>
              <a:defRPr sz="1800">
                <a:solidFill>
                  <a:srgbClr val="555555"/>
                </a:solidFill>
              </a:defRPr>
            </a:pPr>
            <a:r>
              <a:t>• SPIKE-1: IDP write-back feasibility</a:t>
            </a:r>
          </a:p>
          <a:p>
            <a:pPr>
              <a:spcAft>
                <a:spcPts val="800"/>
              </a:spcAft>
              <a:defRPr sz="1800">
                <a:solidFill>
                  <a:srgbClr val="555555"/>
                </a:solidFill>
              </a:defRPr>
            </a:pPr>
            <a:r>
              <a:t>• SPIKE-2: Multi-license atomic assign</a:t>
            </a:r>
          </a:p>
          <a:p>
            <a:pPr>
              <a:spcAft>
                <a:spcPts val="800"/>
              </a:spcAft>
              <a:defRPr sz="1800">
                <a:solidFill>
                  <a:srgbClr val="555555"/>
                </a:solidFill>
              </a:defRPr>
            </a:pPr>
            <a:r>
              <a:t>• Email notification (Phase 2)</a:t>
            </a:r>
          </a:p>
          <a:p>
            <a:pPr>
              <a:spcAft>
                <a:spcPts val="800"/>
              </a:spcAft>
              <a:defRPr sz="1800">
                <a:solidFill>
                  <a:srgbClr val="555555"/>
                </a:solidFill>
              </a:defRPr>
            </a:pPr>
            <a:r>
              <a:t>• Service Web embedding (production target)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AI-Native Development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55555"/>
                </a:solidFill>
              </a:defRPr>
            </a:pPr>
            <a:r>
              <a:t>1. PRD + wiki → structured local docs with gap closure (human + AI collaboration)</a:t>
            </a:r>
          </a:p>
          <a:p>
            <a:pPr>
              <a:spcAft>
                <a:spcPts val="1200"/>
              </a:spcAft>
              <a:defRPr sz="2000">
                <a:solidFill>
                  <a:srgbClr val="555555"/>
                </a:solidFill>
              </a:defRPr>
            </a:pPr>
            <a:r>
              <a:t>2. Implementation gate — no feature code until ADRs, OpenAPI, schema, spikes defined</a:t>
            </a:r>
          </a:p>
          <a:p>
            <a:pPr>
              <a:spcAft>
                <a:spcPts val="1200"/>
              </a:spcAft>
              <a:defRPr sz="2000">
                <a:solidFill>
                  <a:srgbClr val="555555"/>
                </a:solidFill>
              </a:defRPr>
            </a:pPr>
            <a:r>
              <a:t>3. Epic-by-epic delivery with AI-assisted coding, tests, and PR reviews</a:t>
            </a:r>
          </a:p>
          <a:p>
            <a:pPr>
              <a:spcAft>
                <a:spcPts val="1200"/>
              </a:spcAft>
              <a:defRPr sz="2000">
                <a:solidFill>
                  <a:srgbClr val="555555"/>
                </a:solidFill>
              </a:defRPr>
            </a:pPr>
            <a:r>
              <a:t>4. Incremental live integration — RC OAuth → Directory OAuth → attribute mapping → rules</a:t>
            </a:r>
          </a:p>
          <a:p>
            <a:pPr>
              <a:spcAft>
                <a:spcPts val="1200"/>
              </a:spcAft>
              <a:defRPr sz="2000">
                <a:solidFill>
                  <a:srgbClr val="555555"/>
                </a:solidFill>
              </a:defRPr>
            </a:pPr>
            <a:r>
              <a:t>5. Continuous documentation updates alongside code (specs, ADRs, README, OpenAPI)</a:t>
            </a:r>
          </a:p>
          <a:p>
            <a:pPr>
              <a:spcAft>
                <a:spcPts val="1200"/>
              </a:spcAft>
              <a:defRPr sz="2000">
                <a:solidFill>
                  <a:srgbClr val="555555"/>
                </a:solidFill>
              </a:defRPr>
            </a:pPr>
            <a:r>
              <a:t>Outcome: ~2 weeks from zero to working admin UI with dual OAuth flows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Architecture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55555"/>
                </a:solidFill>
              </a:defRPr>
            </a:pPr>
            <a:r>
              <a:t>Configuration plane (dsg-api): Directory OAuth, mappings, rules, scheduler, job trigger</a:t>
            </a:r>
          </a:p>
          <a:p>
            <a:pPr>
              <a:spcAft>
                <a:spcPts val="1200"/>
              </a:spcAft>
              <a:defRPr sz="2000">
                <a:solidFill>
                  <a:srgbClr val="555555"/>
                </a:solidFill>
              </a:defRPr>
            </a:pPr>
            <a:r>
              <a:t>Runtime plane (dsg-worker): FULL/INCREMENTAL/ON_DEMAND jobs → IDP pull → RC provision</a:t>
            </a:r>
          </a:p>
          <a:p>
            <a:pPr>
              <a:spcAft>
                <a:spcPts val="1200"/>
              </a:spcAft>
              <a:defRPr sz="2000">
                <a:solidFill>
                  <a:srgbClr val="555555"/>
                </a:solidFill>
              </a:defRPr>
            </a:pPr>
            <a:r>
              <a:t>Per-account job mutex prevents concurrent sync conflicts</a:t>
            </a:r>
          </a:p>
          <a:p>
            <a:pPr>
              <a:spcAft>
                <a:spcPts val="1200"/>
              </a:spcAft>
              <a:defRPr sz="2000">
                <a:solidFill>
                  <a:srgbClr val="555555"/>
                </a:solidFill>
              </a:defRPr>
            </a:pPr>
            <a:r>
              <a:t>Queue abstraction (MessageQueuePort): ElasticMQ locally, AWS SQS in production</a:t>
            </a:r>
          </a:p>
          <a:p>
            <a:pPr>
              <a:spcAft>
                <a:spcPts val="1200"/>
              </a:spcAft>
              <a:defRPr sz="2000">
                <a:solidFill>
                  <a:srgbClr val="555555"/>
                </a:solidFill>
              </a:defRPr>
            </a:pPr>
            <a:r>
              <a:t>Production UI target: embedded in Service Web (SCL → JWL → DSG APIs)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Risks &amp; Dependencies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55555"/>
                </a:solidFill>
              </a:defRPr>
            </a:pPr>
            <a:r>
              <a:t>ETM not ready — mitigated with DSB-stored OAuth credentials (AES-256)</a:t>
            </a:r>
          </a:p>
          <a:p>
            <a:pPr>
              <a:spcAft>
                <a:spcPts val="1200"/>
              </a:spcAft>
              <a:defRPr sz="2000">
                <a:solidFill>
                  <a:srgbClr val="555555"/>
                </a:solidFill>
              </a:defRPr>
            </a:pPr>
            <a:r>
              <a:t>PLA APIs incomplete — stub interfaces with documented migration path</a:t>
            </a:r>
          </a:p>
          <a:p>
            <a:pPr>
              <a:spcAft>
                <a:spcPts val="1200"/>
              </a:spcAft>
              <a:defRPr sz="2000">
                <a:solidFill>
                  <a:srgbClr val="555555"/>
                </a:solidFill>
              </a:defRPr>
            </a:pPr>
            <a:r>
              <a:t>P0-3 idempotency / conflict policy — ADR-010 proposed, spike pending</a:t>
            </a:r>
          </a:p>
          <a:p>
            <a:pPr>
              <a:spcAft>
                <a:spcPts val="1200"/>
              </a:spcAft>
              <a:defRPr sz="2000">
                <a:solidFill>
                  <a:srgbClr val="555555"/>
                </a:solidFill>
              </a:defRPr>
            </a:pPr>
            <a:r>
              <a:t>P1 multi-license atomic assign — requires PLA spike (SPIKE-2)</a:t>
            </a:r>
          </a:p>
          <a:p>
            <a:pPr>
              <a:spcAft>
                <a:spcPts val="1200"/>
              </a:spcAft>
              <a:defRPr sz="2000">
                <a:solidFill>
                  <a:srgbClr val="555555"/>
                </a:solidFill>
              </a:defRPr>
            </a:pPr>
            <a:r>
              <a:t>AppSec approved: AES-256 encryption + PII in job_detail for audit/retry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A1A2E"/>
                </a:solidFill>
              </a:defRPr>
            </a:pPr>
            <a: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555555"/>
                </a:solidFill>
              </a:defRPr>
            </a:pPr>
            <a:r>
              <a:t>Repository: DSG · Docs: docs/README.md · Local demo: dirsync.ringcentral.com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